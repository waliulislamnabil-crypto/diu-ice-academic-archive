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jIsVytdIiVXKj9QlKMhVmrRJH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eCl_LKtggqRK0pIBndD6S3uVr1ezLa7FiWBr-YqTxwk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document/d/1ugI42CREUnULPhfpV-LfuMEbcsEUxHhe/edit?usp=sharing&amp;ouid=118089222801458181660&amp;rtpof=true&amp;sd=tru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20znGwLLVL0B7Nreui2qr4TmTV-uPc-t/view?usp=sharing" TargetMode="External"/><Relationship Id="rId4" Type="http://schemas.openxmlformats.org/officeDocument/2006/relationships/hyperlink" Target="https://drive.google.com/drive/folders/1enR7CoioTPrHXSGwZCGpxijOm4hDNJru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>
                <a:latin typeface="Times New Roman"/>
                <a:ea typeface="Times New Roman"/>
                <a:cs typeface="Times New Roman"/>
                <a:sym typeface="Times New Roman"/>
              </a:rPr>
              <a:t>Course Name and Course Code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>
                <a:latin typeface="Times New Roman"/>
                <a:ea typeface="Times New Roman"/>
                <a:cs typeface="Times New Roman"/>
                <a:sym typeface="Times New Roman"/>
              </a:rPr>
              <a:t>Machine Learning and Expert Systems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>
                <a:latin typeface="Times New Roman"/>
                <a:ea typeface="Times New Roman"/>
                <a:cs typeface="Times New Roman"/>
                <a:sym typeface="Times New Roman"/>
              </a:rPr>
              <a:t>ICE 323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23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Course Teacher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Dipto Biswas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ID: 710002962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Senior Lecturer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dipto.ete@diu.edu.bd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 flipH="1" rot="10800000">
            <a:off x="23800" y="150075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2406700" y="1555500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513650" y="1962450"/>
            <a:ext cx="6511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" sz="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Profile</a:t>
            </a:r>
            <a:endParaRPr b="0" i="0" sz="35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" sz="35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Link</a:t>
            </a:r>
            <a:endParaRPr b="0" i="0" sz="35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Grading Criteria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Attendance (7): Auto., according to your attendance. Less than 60% will not be able to attend the final exam.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Quiz (15): Total of 4 quizzes. The best 3 will be counted.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Midterm (25): The syllabus is still from the start to the mid before class.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Assignment (5)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Presentation (8)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Final exam (40): The syllabus is still mid-after-final before class.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Instructions for Assignment and Presentation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Assignment + Presentation = 5 marks + 8 marks = 13 marks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Course General Assignment = 50% = 2.5 marks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[Idea with Focus, Organization, Content, Time Management] </a:t>
            </a:r>
            <a:r>
              <a:rPr lang="en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Link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Project Development = 50% = 2.5 marks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Project Completion + Poster Presentation = 100% = 8 marks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[Content, Organization, Visual Aids, Delivery Style, Fluency, Question-Answer]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 Book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Textbook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Tom M. Mitchell, Machine Learning, India Edition 2013, McGraw Hill Education.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800"/>
              <a:buNone/>
            </a:pPr>
            <a:r>
              <a:rPr lang="en" sz="4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Book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800"/>
              <a:buNone/>
            </a:pPr>
            <a:r>
              <a:rPr lang="en" sz="4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Expert System Resources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