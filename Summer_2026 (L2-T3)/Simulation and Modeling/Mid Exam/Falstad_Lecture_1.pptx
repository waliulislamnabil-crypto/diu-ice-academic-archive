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Falstad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Circuit Simulator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168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Falstad Circuit Simulator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1417" y="1905000"/>
            <a:ext cx="9963195" cy="4101737"/>
          </a:xfrm>
        </p:spPr>
        <p:txBody>
          <a:bodyPr/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b="1" dirty="0"/>
              <a:t>Falstad Circuit Simulator</a:t>
            </a:r>
            <a:r>
              <a:rPr lang="en-GB" dirty="0"/>
              <a:t> is a </a:t>
            </a:r>
            <a:endParaRPr lang="en-GB" dirty="0" smtClean="0"/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GB" b="1" dirty="0" smtClean="0"/>
              <a:t>free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GB" b="1" dirty="0" smtClean="0"/>
              <a:t>browser-based 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GB" b="1" dirty="0" smtClean="0"/>
              <a:t>electronics </a:t>
            </a:r>
            <a:r>
              <a:rPr lang="en-GB" b="1" dirty="0"/>
              <a:t>simulation tool</a:t>
            </a:r>
            <a:r>
              <a:rPr lang="en-GB" dirty="0"/>
              <a:t> that lets you design and test electrical and electronic circuits interactively.</a:t>
            </a: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GB" dirty="0"/>
              <a:t>It’s often called </a:t>
            </a:r>
            <a:r>
              <a:rPr lang="en-GB" b="1" dirty="0"/>
              <a:t>"Falstad"</a:t>
            </a:r>
            <a:r>
              <a:rPr lang="en-GB" dirty="0"/>
              <a:t> because it was created by </a:t>
            </a:r>
            <a:r>
              <a:rPr lang="en-GB" b="1" dirty="0"/>
              <a:t>Paul Falstad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688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8787" y="213191"/>
            <a:ext cx="8911687" cy="1280890"/>
          </a:xfrm>
        </p:spPr>
        <p:txBody>
          <a:bodyPr/>
          <a:lstStyle/>
          <a:p>
            <a:r>
              <a:rPr lang="en-GB" dirty="0"/>
              <a:t>Key Features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63" b="4793"/>
          <a:stretch/>
        </p:blipFill>
        <p:spPr>
          <a:xfrm>
            <a:off x="2638697" y="1036516"/>
            <a:ext cx="8869680" cy="5355771"/>
          </a:xfrm>
        </p:spPr>
      </p:pic>
    </p:spTree>
    <p:extLst>
      <p:ext uri="{BB962C8B-B14F-4D97-AF65-F5344CB8AC3E}">
        <p14:creationId xmlns:p14="http://schemas.microsoft.com/office/powerpoint/2010/main" val="237351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4" y="268681"/>
            <a:ext cx="8911687" cy="1280890"/>
          </a:xfrm>
        </p:spPr>
        <p:txBody>
          <a:bodyPr/>
          <a:lstStyle/>
          <a:p>
            <a:r>
              <a:rPr lang="en-GB" dirty="0"/>
              <a:t>How to Access </a:t>
            </a:r>
            <a:r>
              <a:rPr lang="en-GB" dirty="0" smtClean="0"/>
              <a:t>It?</a:t>
            </a:r>
            <a:endParaRPr lang="en-GB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2723554" y="1112785"/>
            <a:ext cx="3971728" cy="8735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 version: </a:t>
            </a:r>
            <a:r>
              <a:rPr kumimoji="0" lang="en-US" altLang="en-US" sz="1800" i="0" u="none" strike="noStrike" cap="none" normalizeH="0" baseline="0" dirty="0" smtClean="0">
                <a:ln>
                  <a:noFill/>
                </a:ln>
                <a:solidFill>
                  <a:schemeClr val="accent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https://falstad.com/circuit/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installation needed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5335" t="14441" r="14869"/>
          <a:stretch/>
        </p:blipFill>
        <p:spPr>
          <a:xfrm>
            <a:off x="2436170" y="2233748"/>
            <a:ext cx="8040241" cy="377897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148148" y="3762103"/>
            <a:ext cx="2286000" cy="836023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812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6969" y="670560"/>
            <a:ext cx="8864025" cy="567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92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481" y="1371599"/>
            <a:ext cx="10645067" cy="465037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37481" y="2063931"/>
            <a:ext cx="10340268" cy="36576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1486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8529" y="312806"/>
            <a:ext cx="8211696" cy="6154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67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15817"/>
          <a:stretch/>
        </p:blipFill>
        <p:spPr>
          <a:xfrm>
            <a:off x="2026744" y="705394"/>
            <a:ext cx="8373644" cy="5613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03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8731" y="690180"/>
            <a:ext cx="8154538" cy="547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2396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47" y="654528"/>
            <a:ext cx="9735909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0892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26742"/>
          <a:stretch/>
        </p:blipFill>
        <p:spPr>
          <a:xfrm>
            <a:off x="2638056" y="927464"/>
            <a:ext cx="8426184" cy="5261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62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Falstad Circuit Simulator Algorithm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09898" y="1683308"/>
            <a:ext cx="9235439" cy="46782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Initialize: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nodes, initialize voltages, capacitor voltages, inductor currents, and timestep.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dynamic element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Convert capacitors and inductors into equivalent resistances/current sources for this time step.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Linearize nonlinear devices: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Apply Newton–Raphson iteration for diodes, transistors, etc.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Assemble Circuit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Equation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matrix</a:t>
            </a:r>
            <a:r>
              <a:rPr kumimoji="0" lang="en-US" alt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solve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Include resistors, voltage/current sources, dynamic equivalents, and linearized nonlinear elements</a:t>
            </a:r>
            <a:r>
              <a:rPr kumimoji="0" lang="en-US" alt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 node voltages.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time-dependent states: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Capacitor voltages and inductor currents for the next timestep.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Render visualization: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Node voltages (color), branch currents (animated dots), waveforms.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 time:</a:t>
            </a: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Repeat steps 2–8 until simulation end.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8561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Exercise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4263" y="1715589"/>
            <a:ext cx="8915400" cy="3777622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underground parking lot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LED floodlights powered by a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 V DC supply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a battery bank.</a:t>
            </a:r>
          </a:p>
          <a:p>
            <a:pPr marL="0" indent="0">
              <a:buFontTx/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floodlight module has two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identical LEDs in series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inside its housing, each with a resistance of 5 Ω</a:t>
            </a:r>
          </a:p>
          <a:p>
            <a:pPr marL="0" indent="0">
              <a:buFontTx/>
              <a:buNone/>
            </a:pP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 floodlight modules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connected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parallel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the </a:t>
            </a:r>
            <a:r>
              <a:rPr lang="en-GB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supply. The 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cables from the battery bank to the lights have a </a:t>
            </a: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resistance of 0.5 </a:t>
            </a:r>
            <a:r>
              <a:rPr lang="en-GB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Ω </a:t>
            </a:r>
            <a:r>
              <a:rPr lang="en-GB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engineer needs to determine:</a:t>
            </a:r>
          </a:p>
          <a:p>
            <a:pPr marL="0" indent="0">
              <a:buNone/>
            </a:pPr>
            <a:r>
              <a:rPr lang="en-GB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total current drawn from the battery.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69669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sine wave passes through a diode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/half-wave rectifier,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through an RC 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circuit</a:t>
            </a:r>
          </a:p>
          <a:p>
            <a:endParaRPr lang="en-GB" dirty="0" smtClean="0"/>
          </a:p>
          <a:p>
            <a:endParaRPr lang="en-GB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859492" y="3243126"/>
            <a:ext cx="714693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happens: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integrator smooths the rectified pulses, producing a DC-like output.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Falstad</a:t>
            </a:r>
            <a:r>
              <a:rPr kumimoji="0" lang="en-US" alt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setup:</a:t>
            </a: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 AC sine source → diode → resistor → capacitor</a:t>
            </a:r>
          </a:p>
        </p:txBody>
      </p:sp>
    </p:spTree>
    <p:extLst>
      <p:ext uri="{BB962C8B-B14F-4D97-AF65-F5344CB8AC3E}">
        <p14:creationId xmlns:p14="http://schemas.microsoft.com/office/powerpoint/2010/main" val="82757464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44</TotalTime>
  <Words>259</Words>
  <Application>Microsoft Office PowerPoint</Application>
  <PresentationFormat>Widescreen</PresentationFormat>
  <Paragraphs>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Century Gothic</vt:lpstr>
      <vt:lpstr>Times New Roman</vt:lpstr>
      <vt:lpstr>Wingdings</vt:lpstr>
      <vt:lpstr>Wingdings 3</vt:lpstr>
      <vt:lpstr>Wisp</vt:lpstr>
      <vt:lpstr>Falstad</vt:lpstr>
      <vt:lpstr>Falstad Circuit Simulator </vt:lpstr>
      <vt:lpstr>Key Features</vt:lpstr>
      <vt:lpstr>How to Access It?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Falstad Circuit Simulator Algorithm</vt:lpstr>
      <vt:lpstr>Exercise 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Falstad</dc:title>
  <dc:creator>Tasnia noshin Orin</dc:creator>
  <cp:lastModifiedBy>Tasnia noshin Orin</cp:lastModifiedBy>
  <cp:revision>5</cp:revision>
  <dcterms:created xsi:type="dcterms:W3CDTF">2025-08-14T08:07:27Z</dcterms:created>
  <dcterms:modified xsi:type="dcterms:W3CDTF">2025-08-17T08:04:04Z</dcterms:modified>
</cp:coreProperties>
</file>